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mental health score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5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
(0–2 h)</c:v>
                  </c:pt>
                  <c:pt idx="1">
                    <c:v>Moderate
(2–5 h)</c:v>
                  </c:pt>
                  <c:pt idx="2">
                    <c:v>High
(5–8 h)</c:v>
                  </c:pt>
                  <c:pt idx="3">
                    <c:v>Very High
(8+ h)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77.7</c:v>
                </c:pt>
                <c:pt idx="1">
                  <c:v>74.1</c:v>
                </c:pt>
                <c:pt idx="2">
                  <c:v>69.8</c:v>
                </c:pt>
                <c:pt idx="3">
                  <c:v>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825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825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55"/>
        </c:scaling>
        <c:delete val="0"/>
        <c:axPos val="l"/>
        <c:majorGridlines>
          <c:spPr>
            <a:ln w="6350" cap="flat">
              <a:solidFill>
                <a:srgbClr val="D4D1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9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6F2"/>
        </a:solidFill>
        <a:ln>
          <a:noFill/>
        </a:ln>
        <a:effectLst/>
      </c:spPr>
    </c:plotArea>
    <c:plotVisOnly val="1"/>
    <c:dispBlanksAs val="span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Mental health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5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Insufficient (&lt;8 h)</c:v>
                  </c:pt>
                  <c:pt idx="1">
                    <c:v>Adequate (8 h+)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71.8</c:v>
                </c:pt>
                <c:pt idx="1">
                  <c:v>77.2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Physical health</c:v>
                </c:pt>
              </c:strCache>
            </c:strRef>
          </c:tx>
          <c:spPr>
            <a:solidFill>
              <a:srgbClr val="A84B2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5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Insufficient (&lt;8 h)</c:v>
                  </c:pt>
                  <c:pt idx="1">
                    <c:v>Adequate (8 h+)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87.4</c:v>
                </c:pt>
                <c:pt idx="1">
                  <c:v>92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825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825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D4D1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9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6F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8251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physical health score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5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Sedentary
(0–0.5 h)</c:v>
                  </c:pt>
                  <c:pt idx="1">
                    <c:v>Light
(0.5–1 h)</c:v>
                  </c:pt>
                  <c:pt idx="2">
                    <c:v>Active
(1–2.5 h)</c:v>
                  </c:pt>
                  <c:pt idx="3">
                    <c:v>Very Active
(2.5 h+)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83.2</c:v>
                </c:pt>
                <c:pt idx="1">
                  <c:v>86.3</c:v>
                </c:pt>
                <c:pt idx="2">
                  <c:v>90</c:v>
                </c:pt>
                <c:pt idx="3">
                  <c:v>94.8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825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825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D4D1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9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6F2"/>
        </a:solidFill>
        <a:ln>
          <a:noFill/>
        </a:ln>
        <a:effectLst/>
      </c:spPr>
    </c:plotArea>
    <c:plotVisOnly val="1"/>
    <c:dispBlanksAs val="span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· FINAL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7F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Social Media, AI Tool Usage &amp; Wellbeing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 analysis of 16,000 student records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AI_SocialMedia_Student_Dataset.csv   ·   Notebook: AI_SocialMedia_Student_Analysis.ipynb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 and the data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are students’ daily social media and AI tool usage patterns associated with their sleep, physical activity, and mental and physical health scores?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Social Media &amp; Public Sentiment / Education · Source: raw CSV provided with the notebook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25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16,000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20840" y="105156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325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0" y="2011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(numeric + categorical)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88036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154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&amp; duplicates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288036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154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13–25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0" y="3840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ages, 3 education levels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Method: end-to-end EDA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was verified and documented in the notebook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27632" cy="251460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3504" y="21305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&amp; overview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504" y="2715768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dtypes, head, info, describe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89988" y="1417320"/>
            <a:ext cx="1627632" cy="251460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6292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36292" y="21305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&amp; clean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36292" y="2715768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range checks, IQR outlier review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22776" y="1417320"/>
            <a:ext cx="1627632" cy="251460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069080" y="21305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69080" y="2715768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derived columns: usage levels, sleep adequacy, wellbeing 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55564" y="1417320"/>
            <a:ext cx="1627632" cy="251460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1868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01868" y="21305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01868" y="2715768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bivariate, multivariate · groupby, pivots, correlations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88352" y="1417320"/>
            <a:ext cx="1627632" cy="251460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4656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34656" y="213055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&amp; report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34656" y="2715768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insights, recommendations, limitations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17 visualizations across matplotlib / seaborn · full 16,000 records retained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social media users report much lower mental health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mental health score (0–100) by daily social media usage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-0.40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35508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relationship in the dataset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283464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3017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13-point gap in average score between light (0–2 h) and very heavy (8+ h) users — the trend is steady across every step.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1 in 8 students sleeps 8+ hours — and they score higher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health scores by sleep adequacy (8 h used as benchmark)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12.5%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get 8 or more hours of sleep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29260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7355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sleepers average +5.4 points on mental health and +4.6 on physical health. The average student sleeps only 6.5 hours.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703320" y="1325880"/>
          <a:ext cx="4983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activity is the strongest positive factor for health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physical health score (0–100) by daily physical activity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+0.42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35508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relationship in the dataset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283464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3017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+11.6 points on physical health from sedentary to very active — and +6.2 on mental health. Even light activity helps.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matters — and what doesn’t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Pearson correlations with wellbeing · behaviour outweighs demographics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28016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Relationship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Pearson r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Reading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activity ↔ Physical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37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hours ↔ Mental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13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hours ↔ Physical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13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hours ↔ Mental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37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hours ↔ Sleep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13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activity ↔ Mental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37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 hours ↔ Mental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13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education ↔ Health scores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use matters far less than social media use — about a quarter of the association strength.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89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2984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 healthier screen-time habits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6642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above 5 h/day of social media show clearly lower wellbeing — awareness campaigns or app-based limits could target this group.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414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350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Prioritise sleep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7157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student sleeps only 6.5 h against an 8 h benchmark; adequate sleepers score about 5 points higher on both health measures.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930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8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4015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 physical activity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7673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positive correlate of physical health — even light activity (0.5–1 h/day) is associated with higher scores.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associations, not proven causes · self-reported data · no academic or socioeconomic context variables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2026-10-07T09:34:24Z</dcterms:created>
  <dcterms:modified xsi:type="dcterms:W3CDTF">2026-10-07T09:34:24Z</dcterms:modified>
</cp:coreProperties>
</file>